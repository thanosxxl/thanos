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417320"/>
            <a:ext cx="2468880" cy="2468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14173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STRATEGISCHE PROJEKT-ROADMAP</a:t>
            </a:r>
            <a:endParaRPr lang="en-US" sz="1500" dirty="0"/>
          </a:p>
        </p:txBody>
      </p:sp>
      <p:sp>
        <p:nvSpPr>
          <p:cNvPr id="5" name="Text 1"/>
          <p:cNvSpPr/>
          <p:nvPr/>
        </p:nvSpPr>
        <p:spPr>
          <a:xfrm>
            <a:off x="777240" y="1965960"/>
            <a:ext cx="8778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IT, Bildung &amp; Digitale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2026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822960" y="41605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 ·  Akademie &amp; SchulungsApp  ·  Handbücher  ·  Individuelle Kundenprojekte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841248" y="48920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5074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Vorgelegt zur Entscheidung  ·  29. Juli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strategische Themen</a:t>
            </a:r>
            <a:endParaRPr lang="en-US" sz="3400" dirty="0"/>
          </a:p>
        </p:txBody>
      </p:sp>
      <p:pic>
        <p:nvPicPr>
          <p:cNvPr id="5" name="Image 1" descr="/tmp/claude-0/-home-user-Thanos/d6aab909-83aa-502f-a0f9-b5c4e880bb0a/scratchpad/praesentation/assets/circle-we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9384"/>
            <a:ext cx="713232" cy="7132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691640" y="1847088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Webseiten-Optimierung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1691640" y="2221992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Überarbeitung von zwei bestehenden Webseiten – Umsetzung in 3 bis 6 Werktagen.</a:t>
            </a:r>
            <a:endParaRPr lang="en-US" sz="1400" dirty="0"/>
          </a:p>
        </p:txBody>
      </p:sp>
      <p:pic>
        <p:nvPicPr>
          <p:cNvPr id="8" name="Image 2" descr="/tmp/claude-0/-home-user-Thanos/d6aab909-83aa-502f-a0f9-b5c4e880bb0a/scratchpad/praesentation/assets/circle-academ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4952"/>
            <a:ext cx="713232" cy="7132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91640" y="2962656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Akademie &amp; SchulungsApp</a:t>
            </a:r>
            <a:endParaRPr lang="en-US" sz="1900" dirty="0"/>
          </a:p>
        </p:txBody>
      </p:sp>
      <p:sp>
        <p:nvSpPr>
          <p:cNvPr id="10" name="Text 5"/>
          <p:cNvSpPr/>
          <p:nvPr/>
        </p:nvSpPr>
        <p:spPr>
          <a:xfrm>
            <a:off x="1691640" y="333756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IT-Weiterbildungsplattform mit SchulungsApp, E-Mail-Plattform und Dozenten-App.</a:t>
            </a:r>
            <a:endParaRPr lang="en-US" sz="1400" dirty="0"/>
          </a:p>
        </p:txBody>
      </p:sp>
      <p:pic>
        <p:nvPicPr>
          <p:cNvPr id="11" name="Image 3" descr="/tmp/claude-0/-home-user-Thanos/d6aab909-83aa-502f-a0f9-b5c4e880bb0a/scratchpad/praesentation/assets/circle-handbo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160520"/>
            <a:ext cx="713232" cy="71323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691640" y="4078224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Handbücher</a:t>
            </a:r>
            <a:endParaRPr lang="en-US" sz="1900" dirty="0"/>
          </a:p>
        </p:txBody>
      </p:sp>
      <p:sp>
        <p:nvSpPr>
          <p:cNvPr id="13" name="Text 7"/>
          <p:cNvSpPr/>
          <p:nvPr/>
        </p:nvSpPr>
        <p:spPr>
          <a:xfrm>
            <a:off x="1691640" y="4453128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Technisches Handbuch (PowerShell) und Nutzerhandbuch zu jedem Angebot.</a:t>
            </a:r>
            <a:endParaRPr lang="en-US" sz="1400" dirty="0"/>
          </a:p>
        </p:txBody>
      </p:sp>
      <p:pic>
        <p:nvPicPr>
          <p:cNvPr id="14" name="Image 4" descr="/tmp/claude-0/-home-user-Thanos/d6aab909-83aa-502f-a0f9-b5c4e880bb0a/scratchpad/praesentation/assets/circle-glob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76088"/>
            <a:ext cx="713232" cy="71323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691640" y="5193792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Individuelle Kundenprojekte</a:t>
            </a:r>
            <a:endParaRPr lang="en-US" sz="1900" dirty="0"/>
          </a:p>
        </p:txBody>
      </p:sp>
      <p:sp>
        <p:nvSpPr>
          <p:cNvPr id="16" name="Text 9"/>
          <p:cNvSpPr/>
          <p:nvPr/>
        </p:nvSpPr>
        <p:spPr>
          <a:xfrm>
            <a:off x="1691640" y="5568696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Maßgeschneiderte Softwarelösungen für Kunden jeder Branche, weltweit.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1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Webseiten bearbeiten &amp; verbessern</a:t>
            </a:r>
            <a:endParaRPr lang="en-US" sz="3000" dirty="0"/>
          </a:p>
        </p:txBody>
      </p:sp>
      <p:pic>
        <p:nvPicPr>
          <p:cNvPr id="5" name="Image 1" descr="/tmp/claude-0/-home-user-Thanos/d6aab909-83aa-502f-a0f9-b5c4e880bb0a/scratchpad/praesentation/assets/icon-we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bestehende Webseiten werden im vereinbarten Umfang überarbeitet und spürbar verbessert – schnell, effizient und ohne lange Ausfallzeiten.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40080" y="27706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3–6</a:t>
            </a:r>
            <a:endParaRPr lang="en-US" sz="4000" dirty="0"/>
          </a:p>
        </p:txBody>
      </p:sp>
      <p:sp>
        <p:nvSpPr>
          <p:cNvPr id="9" name="Text 5"/>
          <p:cNvSpPr/>
          <p:nvPr/>
        </p:nvSpPr>
        <p:spPr>
          <a:xfrm>
            <a:off x="64008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WERKTAGE UMSETZUNG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657600" y="269748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Nutzerführung modernisieren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Ladezeiten &amp; technische Performance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Inhalte prüfen, aktualisieren, ergänzen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Darstellung &amp; Responsivität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Grundlegende SEO-Optimierung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4008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20700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32004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2004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1–2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88620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3886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445312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356616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6616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3–4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13232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713232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681228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Go-Live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681228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5–6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2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Akademie – IT-Weiterbildung mit eigener SchulungsApp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eigene digitale Lernplattform für Teilnehmer und Dozenten – von der Schulung bis zur Wissenskontrolle.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7" name="Image 1" descr="/tmp/claude-0/-home-user-Thanos/d6aab909-83aa-502f-a0f9-b5c4e880bb0a/scratchpad/praesentation/assets/circle-we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616" y="26517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4672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SchulungsApp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41248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Inklusive Sniping-Funktion und direkter Google-Drive-Anbindung.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410712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1" name="Image 2" descr="/tmp/claude-0/-home-user-Thanos/d6aab909-83aa-502f-a0f9-b5c4e880bb0a/scratchpad/praesentation/assets/circle-academ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65176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575304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E-Mail-Plattform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3611880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 &amp; Ausgang inkl. Word &amp; PowerPoint, z. B. automatischer Folienerstellung.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181344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5" name="Image 3" descr="/tmp/claude-0/-home-user-Thanos/d6aab909-83aa-502f-a0f9-b5c4e880bb0a/scratchpad/praesentation/assets/circle-handbo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651760"/>
            <a:ext cx="822960" cy="8229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45936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Zwischentests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382512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 Wissenskontrolle zur gezielten Verbesserung der Teilnehmer.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8951976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9" name="Image 4" descr="/tmp/claude-0/-home-user-Thanos/d6aab909-83aa-502f-a0f9-b5c4e880bb0a/scratchpad/praesentation/assets/circle-glob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2651760"/>
            <a:ext cx="822960" cy="8229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116568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Dozenten-App</a:t>
            </a:r>
            <a:endParaRPr lang="en-US" sz="1600" dirty="0"/>
          </a:p>
        </p:txBody>
      </p:sp>
      <p:sp>
        <p:nvSpPr>
          <p:cNvPr id="21" name="Text 14"/>
          <p:cNvSpPr/>
          <p:nvPr/>
        </p:nvSpPr>
        <p:spPr>
          <a:xfrm>
            <a:off x="9153144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App für alle teilnehmenden Dozenten der Akademie.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3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Handbücher zu jedem Angebot</a:t>
            </a:r>
            <a:endParaRPr lang="en-US" sz="3000" dirty="0"/>
          </a:p>
        </p:txBody>
      </p:sp>
      <p:pic>
        <p:nvPicPr>
          <p:cNvPr id="5" name="Image 1" descr="/tmp/claude-0/-home-user-Thanos/d6aab909-83aa-502f-a0f9-b5c4e880bb0a/scratchpad/praesentation/assets/icon-hand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178308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allen Angeboten gehört grundsätzlich ein passendes Handbuch – jeweils zugeschnitten auf die Zielgruppe.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40080" y="278892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960120" y="30632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Technisches Handbuch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960120" y="350215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das Programmieren (PowerShell)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60120" y="40690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Skript- &amp; Automatisierungslogik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Aufbau, Konventionen, Fehlerbehandlung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Schritt-für-Schritt-Referenz für Entwickler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72200" y="278892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492240" y="30632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Nutzerhandbuch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492240" y="350215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Teilnehmer &amp; Anwender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92240" y="40690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Verständliche Bedienungsanleitung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 aus dem Arbeitsalltag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für Schulung &amp; Support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4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Individuelle Programmierung für Kunden</a:t>
            </a:r>
            <a:endParaRPr lang="en-US" sz="3000" dirty="0"/>
          </a:p>
        </p:txBody>
      </p:sp>
      <p:pic>
        <p:nvPicPr>
          <p:cNvPr id="5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178308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Nahezu jede Idee lässt sich als Softwarelösung umsetzen – unabhängig von Kunde oder Fachbereich.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400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961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9" name="Text 5"/>
          <p:cNvSpPr/>
          <p:nvPr/>
        </p:nvSpPr>
        <p:spPr>
          <a:xfrm>
            <a:off x="8961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961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Ärzte weltweit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961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Lösungen für medizinische Praxen und Kliniken.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2976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537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/>
          <p:nvPr/>
        </p:nvSpPr>
        <p:spPr>
          <a:xfrm>
            <a:off x="45537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5537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Bauingenieure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5537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Fachspezifische Software für Planung und Projektabwicklung.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9552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113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9" name="Text 15"/>
          <p:cNvSpPr/>
          <p:nvPr/>
        </p:nvSpPr>
        <p:spPr>
          <a:xfrm>
            <a:off x="82113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82113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Weitere Branchen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82113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 Programme für nahezu jedes Themengebiet.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960120" y="4892040"/>
            <a:ext cx="102412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„Fast immer möglich": maßgeschneiderte Programmierung – flexibel, fachübergreifend, weltweit einsetzbar.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ZUSAMMENFASSUNG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85800" y="1874520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371600" y="184708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starten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0" y="184708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Werktage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85800" y="2651760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371600" y="262432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Akademie-Plattform &amp; SchulungsApp konzipieren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503920" y="262432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folgt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85800" y="3429000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371600" y="340156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Handbücher (technisch &amp; Nutzer) erstellen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0" y="340156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begleitend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4206240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371600" y="41788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Kundenanfragen für individuelle Projekte aufnehmen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503920" y="417880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5074920"/>
            <a:ext cx="10607040" cy="0"/>
          </a:xfrm>
          <a:prstGeom prst="line">
            <a:avLst/>
          </a:prstGeom>
          <a:noFill/>
          <a:ln w="12700">
            <a:solidFill>
              <a:srgbClr val="8A6A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5303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für Ihre Zeit.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ticket-world@gmx.net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2026-07-29T15:02:27Z</dcterms:created>
  <dcterms:modified xsi:type="dcterms:W3CDTF">2026-07-29T15:02:27Z</dcterms:modified>
</cp:coreProperties>
</file>