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8" Type="http://schemas.openxmlformats.org/officeDocument/2006/relationships/slide" Target="slide4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2" Type="http://schemas.openxmlformats.org/officeDocument/2006/relationships/slide" Target="slide5.xml"/><Relationship Id="rId13" Type="http://schemas.openxmlformats.org/officeDocument/2006/relationships/slide" Target="slide5.xml"/><Relationship Id="rId14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" Target="slide6.xml"/><Relationship Id="rId18" Type="http://schemas.openxmlformats.org/officeDocument/2006/relationships/slide" Target="slide7.xml"/><Relationship Id="rId20" Type="http://schemas.openxmlformats.org/officeDocument/2006/relationships/slide" Target="slide7.xml"/><Relationship Id="rId21" Type="http://schemas.openxmlformats.org/officeDocument/2006/relationships/slide" Target="slide7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7" Type="http://schemas.openxmlformats.org/officeDocument/2006/relationships/image" Target="../media/image-2-3.png"/><Relationship Id="rId11" Type="http://schemas.openxmlformats.org/officeDocument/2006/relationships/image" Target="../media/image-2-4.png"/><Relationship Id="rId15" Type="http://schemas.openxmlformats.org/officeDocument/2006/relationships/image" Target="../media/image-2-5.png"/><Relationship Id="rId19" Type="http://schemas.openxmlformats.org/officeDocument/2006/relationships/image" Target="../media/image-2-6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4.xml"/><Relationship Id="rId5" Type="http://schemas.openxmlformats.org/officeDocument/2006/relationships/slide" Target="slide4.xm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slide" Target="slide5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7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8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1" Type="http://schemas.openxmlformats.org/officeDocument/2006/relationships/image" Target="../media/image-8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417320"/>
            <a:ext cx="2468880" cy="2468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965960"/>
            <a:ext cx="88696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9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Mehrwert für uns alle und unseren Kunden</a:t>
            </a:r>
            <a:endParaRPr lang="en-US" sz="4200" dirty="0"/>
          </a:p>
        </p:txBody>
      </p:sp>
      <p:sp>
        <p:nvSpPr>
          <p:cNvPr id="5" name="Text 1"/>
          <p:cNvSpPr/>
          <p:nvPr/>
        </p:nvSpPr>
        <p:spPr>
          <a:xfrm>
            <a:off x="822960" y="3977640"/>
            <a:ext cx="9784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 ·  A.V.A.Z.-Zertifizierung  ·  Akademie &amp; SchulungsApp  ·  Handbücher  ·  Individuelle Kundenprojekte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41248" y="51206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63550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Klicken Sie auf ein Thema, um direkt hineinzuspringen – jede Folie führt per Klick weiter.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strategische Themen</a:t>
            </a:r>
            <a:endParaRPr lang="en-US" sz="3400" dirty="0"/>
          </a:p>
        </p:txBody>
      </p:sp>
      <p:sp>
        <p:nvSpPr>
          <p:cNvPr id="5" name="Shape 2">
            <a:hlinkClick r:id="rId2" tooltip="Webseiten-Optimierung" action="ppaction://hlinksldjump"/>
          </p:cNvPr>
          <p:cNvSpPr/>
          <p:nvPr/>
        </p:nvSpPr>
        <p:spPr>
          <a:xfrm>
            <a:off x="548640" y="144475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6" name="Image 1" descr="/tmp/claude-0/-home-user-Thanos/d6aab909-83aa-502f-a0f9-b5c4e880bb0a/scratchpad/praesentation/assets/circle-web.png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640080" cy="640080"/>
          </a:xfrm>
          <a:prstGeom prst="rect">
            <a:avLst/>
          </a:prstGeom>
        </p:spPr>
      </p:pic>
      <p:sp>
        <p:nvSpPr>
          <p:cNvPr id="7" name="Text 3">
            <a:hlinkClick r:id="rId5" tooltip="" action="ppaction://hlinksldjump"/>
          </p:cNvPr>
          <p:cNvSpPr/>
          <p:nvPr/>
        </p:nvSpPr>
        <p:spPr>
          <a:xfrm>
            <a:off x="1627632" y="141732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 · Webseiten-Optimierung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1627632" y="18288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Überarbeitung von zwei Webseiten – Umsetzung in 3 bis 6 Werktagen.</a:t>
            </a:r>
            <a:endParaRPr lang="en-US" sz="1450" dirty="0"/>
          </a:p>
        </p:txBody>
      </p:sp>
      <p:sp>
        <p:nvSpPr>
          <p:cNvPr id="9" name="Shape 5">
            <a:hlinkClick r:id="rId6" tooltip="A.V.A.Z.-Zertifizierung" action="ppaction://hlinksldjump"/>
          </p:cNvPr>
          <p:cNvSpPr/>
          <p:nvPr/>
        </p:nvSpPr>
        <p:spPr>
          <a:xfrm>
            <a:off x="548640" y="245059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0" name="Image 2" descr="/tmp/claude-0/-home-user-Thanos/d6aab909-83aa-502f-a0f9-b5c4e880bb0a/scratchpad/praesentation/assets/circle-certificate.png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514600"/>
            <a:ext cx="640080" cy="640080"/>
          </a:xfrm>
          <a:prstGeom prst="rect">
            <a:avLst/>
          </a:prstGeom>
        </p:spPr>
      </p:pic>
      <p:sp>
        <p:nvSpPr>
          <p:cNvPr id="11" name="Text 6">
            <a:hlinkClick r:id="rId9" tooltip="" action="ppaction://hlinksldjump"/>
          </p:cNvPr>
          <p:cNvSpPr/>
          <p:nvPr/>
        </p:nvSpPr>
        <p:spPr>
          <a:xfrm>
            <a:off x="1627632" y="242316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 · A.V.A.Z.-Zertifizierung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627632" y="283464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einholen, Zertifizierung abschließen – 4 bis 14 Wochen.</a:t>
            </a:r>
            <a:endParaRPr lang="en-US" sz="1450" dirty="0"/>
          </a:p>
        </p:txBody>
      </p:sp>
      <p:sp>
        <p:nvSpPr>
          <p:cNvPr id="13" name="Shape 8">
            <a:hlinkClick r:id="rId10" tooltip="Akademie &amp; SchulungsApp" action="ppaction://hlinksldjump"/>
          </p:cNvPr>
          <p:cNvSpPr/>
          <p:nvPr/>
        </p:nvSpPr>
        <p:spPr>
          <a:xfrm>
            <a:off x="548640" y="345643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4" name="Image 3" descr="/tmp/claude-0/-home-user-Thanos/d6aab909-83aa-502f-a0f9-b5c4e880bb0a/scratchpad/praesentation/assets/circle-academy.png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520440"/>
            <a:ext cx="640080" cy="640080"/>
          </a:xfrm>
          <a:prstGeom prst="rect">
            <a:avLst/>
          </a:prstGeom>
        </p:spPr>
      </p:pic>
      <p:sp>
        <p:nvSpPr>
          <p:cNvPr id="15" name="Text 9">
            <a:hlinkClick r:id="rId13" tooltip="" action="ppaction://hlinksldjump"/>
          </p:cNvPr>
          <p:cNvSpPr/>
          <p:nvPr/>
        </p:nvSpPr>
        <p:spPr>
          <a:xfrm>
            <a:off x="1627632" y="342900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 · Akademie &amp; SchulungsApp</a:t>
            </a:r>
            <a:endParaRPr lang="en-US" sz="1900" dirty="0"/>
          </a:p>
        </p:txBody>
      </p:sp>
      <p:sp>
        <p:nvSpPr>
          <p:cNvPr id="16" name="Text 10"/>
          <p:cNvSpPr/>
          <p:nvPr/>
        </p:nvSpPr>
        <p:spPr>
          <a:xfrm>
            <a:off x="1627632" y="3840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IT-Weiterbildung mit SchulungsApp, E-Mail-Plattform und Dozenten-App.</a:t>
            </a:r>
            <a:endParaRPr lang="en-US" sz="1450" dirty="0"/>
          </a:p>
        </p:txBody>
      </p:sp>
      <p:sp>
        <p:nvSpPr>
          <p:cNvPr id="17" name="Shape 11">
            <a:hlinkClick r:id="rId14" tooltip="Handbücher" action="ppaction://hlinksldjump"/>
          </p:cNvPr>
          <p:cNvSpPr/>
          <p:nvPr/>
        </p:nvSpPr>
        <p:spPr>
          <a:xfrm>
            <a:off x="548640" y="446227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8" name="Image 4" descr="/tmp/claude-0/-home-user-Thanos/d6aab909-83aa-502f-a0f9-b5c4e880bb0a/scratchpad/praesentation/assets/circle-handbook.png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4526280"/>
            <a:ext cx="640080" cy="640080"/>
          </a:xfrm>
          <a:prstGeom prst="rect">
            <a:avLst/>
          </a:prstGeom>
        </p:spPr>
      </p:pic>
      <p:sp>
        <p:nvSpPr>
          <p:cNvPr id="19" name="Text 12">
            <a:hlinkClick r:id="rId17" tooltip="" action="ppaction://hlinksldjump"/>
          </p:cNvPr>
          <p:cNvSpPr/>
          <p:nvPr/>
        </p:nvSpPr>
        <p:spPr>
          <a:xfrm>
            <a:off x="1627632" y="443484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 · Handbücher</a:t>
            </a:r>
            <a:endParaRPr lang="en-US" sz="1900" dirty="0"/>
          </a:p>
        </p:txBody>
      </p:sp>
      <p:sp>
        <p:nvSpPr>
          <p:cNvPr id="20" name="Text 13"/>
          <p:cNvSpPr/>
          <p:nvPr/>
        </p:nvSpPr>
        <p:spPr>
          <a:xfrm>
            <a:off x="1627632" y="48463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Technisches Handbuch (PowerShell) und Nutzerhandbuch je Angebot.</a:t>
            </a:r>
            <a:endParaRPr lang="en-US" sz="1450" dirty="0"/>
          </a:p>
        </p:txBody>
      </p:sp>
      <p:sp>
        <p:nvSpPr>
          <p:cNvPr id="21" name="Shape 14">
            <a:hlinkClick r:id="rId18" tooltip="Individuelle Kundenprojekte" action="ppaction://hlinksldjump"/>
          </p:cNvPr>
          <p:cNvSpPr/>
          <p:nvPr/>
        </p:nvSpPr>
        <p:spPr>
          <a:xfrm>
            <a:off x="548640" y="5468112"/>
            <a:ext cx="11064240" cy="9326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22" name="Image 5" descr="/tmp/claude-0/-home-user-Thanos/d6aab909-83aa-502f-a0f9-b5c4e880bb0a/scratchpad/praesentation/assets/circle-global.png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5800" y="5532120"/>
            <a:ext cx="640080" cy="640080"/>
          </a:xfrm>
          <a:prstGeom prst="rect">
            <a:avLst/>
          </a:prstGeom>
        </p:spPr>
      </p:pic>
      <p:sp>
        <p:nvSpPr>
          <p:cNvPr id="23" name="Text 15">
            <a:hlinkClick r:id="rId21" tooltip="" action="ppaction://hlinksldjump"/>
          </p:cNvPr>
          <p:cNvSpPr/>
          <p:nvPr/>
        </p:nvSpPr>
        <p:spPr>
          <a:xfrm>
            <a:off x="1627632" y="5440680"/>
            <a:ext cx="9418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 · Individuelle Kundenprojekte</a:t>
            </a:r>
            <a:endParaRPr lang="en-US" sz="1900" dirty="0"/>
          </a:p>
        </p:txBody>
      </p:sp>
      <p:sp>
        <p:nvSpPr>
          <p:cNvPr id="24" name="Text 16"/>
          <p:cNvSpPr/>
          <p:nvPr/>
        </p:nvSpPr>
        <p:spPr>
          <a:xfrm>
            <a:off x="1627632" y="585216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Maßgeschneiderte Software für Kunden jeder Branche, weltweit.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1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Webseiten bearbeiten &amp; verbessern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bestehende Webseiten werden im vereinbarten Umfang überarbeitet und spürbar verbessert – schnell, effizient und ohne lange Ausfallzeiten.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2834640" cy="1463040"/>
          </a:xfrm>
          <a:prstGeom prst="roundRect">
            <a:avLst>
              <a:gd name="adj" fmla="val 75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8620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3–6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0080" y="354787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WERKTAGE UMSETZUNG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49040" y="278892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Nutzerführung erneuern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Ladezeiten &amp; Performance verbessern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Inhalte prüfen &amp; aktualisieren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Darstellung &amp; Responsivität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Grundlegende SEO-Optimierung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125272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13716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3716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1–2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88620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49884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38328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Umsetzung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38328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3–4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13232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662940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Go-Live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62940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5–6</a:t>
            </a:r>
            <a:endParaRPr lang="en-US" sz="1300" dirty="0"/>
          </a:p>
        </p:txBody>
      </p:sp>
      <p:sp>
        <p:nvSpPr>
          <p:cNvPr id="26" name="Shape 22">
            <a:hlinkClick r:id="rId4" tooltip="Th. 2 – A.V.A.Z.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2 – A.V.A.Z.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2 – A.V.A.Z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2 – A.V.A.Z.  →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2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A.V.A.Z.-Zertifizierung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zur A.V.A.Z.-Zertifizierung werden eingeholt und der gesamte Zertifizierungsprozess begleitet – einheitlich bis zum Abschluss.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2834640" cy="1463040"/>
          </a:xfrm>
          <a:prstGeom prst="roundRect">
            <a:avLst>
              <a:gd name="adj" fmla="val 75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8620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4–14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0080" y="354787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 ZERTIFIZIERUNG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49040" y="278892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Zertifizierungs-Angebote einholen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Kosten, Umfang und Termine vergleichen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&amp; Unterlagen vorbereiten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 &amp; Zertifizierung begleiten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 &amp; Zertifikat ausstellen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125272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13716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3716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1–3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88620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498848" y="5349240"/>
            <a:ext cx="256032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38328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&amp; Vorbereitung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38328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4–10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132320" y="5074920"/>
            <a:ext cx="548640" cy="54864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6629400" y="5715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Zertifizierung &amp; Abschluss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629400" y="604418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11–14</a:t>
            </a:r>
            <a:endParaRPr lang="en-US" sz="1300" dirty="0"/>
          </a:p>
        </p:txBody>
      </p:sp>
      <p:sp>
        <p:nvSpPr>
          <p:cNvPr id="26" name="Shape 22">
            <a:hlinkClick r:id="rId4" tooltip="Th. 3 – Akademie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3 – Akademie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3 – Akademi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3 – Akademie  →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3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Akademie – IT-Weiterbildung mit SchulungsApp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536192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eigene digitale Lernplattform für Teilnehmer und Dozenten – von der Schulung bis zur Wissenskontrolle.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8" name="Image 1" descr="/tmp/claude-0/-home-user-Thanos/d6aab909-83aa-502f-a0f9-b5c4e880bb0a/scratchpad/praesentation/assets/circle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6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8096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SchulungsApp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Inklusive Sniping-Funktion und direkter Google-Drive-Anbindung.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410712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2" name="Image 2" descr="/tmp/claude-0/-home-user-Thanos/d6aab909-83aa-502f-a0f9-b5c4e880bb0a/scratchpad/praesentation/assets/circle-academ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2532888"/>
            <a:ext cx="731520" cy="7315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38728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E-Mail-Plattform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3593592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&amp; Ausgang inkl. Word &amp; PowerPoint, z. B. automatischer Folienerstellung.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1344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6" name="Image 3" descr="/tmp/claude-0/-home-user-Thanos/d6aab909-83aa-502f-a0f9-b5c4e880bb0a/scratchpad/praesentation/assets/circle-hand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532888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Zwischentests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6364224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 Wissenskontrolle zur gezielten Verbesserung der Teilnehmer.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951976" y="2240280"/>
            <a:ext cx="2542032" cy="352044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20" name="Image 4" descr="/tmp/claude-0/-home-user-Thanos/d6aab909-83aa-502f-a0f9-b5c4e880bb0a/scratchpad/praesentation/assets/circle-glob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532888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79992" y="3410712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Dozenten-App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9134856" y="4178808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App für alle teilnehmenden Dozenten der Akademie.</a:t>
            </a:r>
            <a:endParaRPr lang="en-US" sz="1400" dirty="0"/>
          </a:p>
        </p:txBody>
      </p:sp>
      <p:sp>
        <p:nvSpPr>
          <p:cNvPr id="23" name="Shape 16">
            <a:hlinkClick r:id="rId7" tooltip="Th. 4 – Handbücher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4" name="Text 17">
            <a:hlinkClick r:id="rId8" tooltip="Th. 4 – Handbücher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Th. 4 – Handbüch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4 – Handbücher  →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4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Handbücher zu jedem Angebot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hand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allen Angeboten gehört grundsätzlich ein passendes Handbuch – jeweils zugeschnitten auf die Zielgruppe.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74320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60120" y="2999232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Technisches Handbuch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960120" y="34747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Programmieren (PowerShell)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960120" y="4041648"/>
            <a:ext cx="4434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Skript- &amp; Automatisierungslogik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Aufbau, Konventionen, Fehlerbehandlung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Schritt-für-Schritt-Referenz für Entwickler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6172200" y="274320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92240" y="2999232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Nutzerhandbuch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492240" y="34747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Teilnehmer &amp; Anwender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92240" y="4041648"/>
            <a:ext cx="4434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Verständliche Bedienungsanleitung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aus dem Arbeitsalltag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für Schulung &amp; Support</a:t>
            </a:r>
            <a:endParaRPr lang="en-US" sz="1550" dirty="0"/>
          </a:p>
        </p:txBody>
      </p:sp>
      <p:sp>
        <p:nvSpPr>
          <p:cNvPr id="16" name="Shape 12">
            <a:hlinkClick r:id="rId4" tooltip="Th. 5 – Kunden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3">
            <a:hlinkClick r:id="rId5" tooltip="Th. 5 – Kunden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5 – Kunde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5 – Kunden  →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5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Individuelle Programmierung für Kunden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45720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6916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Nahezu jede Idee lässt sich als Softwarelösung umsetzen – unabhängig von Kunde oder Fachbereich.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40080" y="2514600"/>
            <a:ext cx="3337560" cy="2148840"/>
          </a:xfrm>
          <a:prstGeom prst="roundRect">
            <a:avLst>
              <a:gd name="adj" fmla="val 5106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96112" y="277063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6"/>
          <p:cNvSpPr/>
          <p:nvPr/>
        </p:nvSpPr>
        <p:spPr>
          <a:xfrm>
            <a:off x="896112" y="2770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96112" y="3410712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Ärzte weltweit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96112" y="3813048"/>
            <a:ext cx="28254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Lösungen für medizinische Praxen und Kliniken.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4297680" y="2514600"/>
            <a:ext cx="3337560" cy="2148840"/>
          </a:xfrm>
          <a:prstGeom prst="roundRect">
            <a:avLst>
              <a:gd name="adj" fmla="val 5106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53712" y="277063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5" name="Text 11"/>
          <p:cNvSpPr/>
          <p:nvPr/>
        </p:nvSpPr>
        <p:spPr>
          <a:xfrm>
            <a:off x="4553712" y="2770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553712" y="3410712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Bauingenieure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4553712" y="3813048"/>
            <a:ext cx="28254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Fachspezifische Software für Planung und Projektabwicklung.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7955280" y="2514600"/>
            <a:ext cx="3337560" cy="2148840"/>
          </a:xfrm>
          <a:prstGeom prst="roundRect">
            <a:avLst>
              <a:gd name="adj" fmla="val 5106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11312" y="277063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0" name="Text 16"/>
          <p:cNvSpPr/>
          <p:nvPr/>
        </p:nvSpPr>
        <p:spPr>
          <a:xfrm>
            <a:off x="8211312" y="2770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8211312" y="3410712"/>
            <a:ext cx="28254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Weitere Branchen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8211312" y="3813048"/>
            <a:ext cx="28254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Programme für nahezu jedes Themengebiet.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40080" y="493776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960120" y="493776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„Fast immer möglich": maßgeschneiderte Programmierung – flexibel, fachübergreifend, weltweit einsetzbar.</a:t>
            </a:r>
            <a:endParaRPr lang="en-US" sz="1900" dirty="0"/>
          </a:p>
        </p:txBody>
      </p:sp>
      <p:sp>
        <p:nvSpPr>
          <p:cNvPr id="25" name="Shape 21">
            <a:hlinkClick r:id="rId4" tooltip="Zusammenfassung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oundRect">
            <a:avLst>
              <a:gd name="adj" fmla="val 17857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2">
            <a:hlinkClick r:id="rId5" tooltip="Zusammenfassung" action="ppaction://hlinksldjump"/>
          </p:cNvPr>
          <p:cNvSpPr/>
          <p:nvPr/>
        </p:nvSpPr>
        <p:spPr>
          <a:xfrm>
            <a:off x="8778240" y="6217920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Zusammenfassu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Zusammenfassung  →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5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235440" y="4846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85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400" dirty="0"/>
          </a:p>
        </p:txBody>
      </p:sp>
      <p:sp>
        <p:nvSpPr>
          <p:cNvPr id="6" name="Shape 3">
            <a:hlinkClick r:id="rId3" tooltip="Webseiten-Relaunch starten" action="ppaction://hlinksldjump"/>
          </p:cNvPr>
          <p:cNvSpPr/>
          <p:nvPr/>
        </p:nvSpPr>
        <p:spPr>
          <a:xfrm>
            <a:off x="548640" y="1417320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463040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463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89888" y="1444752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starten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0" y="144475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Werktage</a:t>
            </a:r>
            <a:endParaRPr lang="en-US" sz="1450" dirty="0"/>
          </a:p>
        </p:txBody>
      </p:sp>
      <p:sp>
        <p:nvSpPr>
          <p:cNvPr id="11" name="Shape 8">
            <a:hlinkClick r:id="rId4" tooltip="A.V.A.Z.-Zertifizierung: Angebote einholen" action="ppaction://hlinksldjump"/>
          </p:cNvPr>
          <p:cNvSpPr/>
          <p:nvPr/>
        </p:nvSpPr>
        <p:spPr>
          <a:xfrm>
            <a:off x="548640" y="2130552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" y="2176272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176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89888" y="2157984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A.V.A.Z.-Zertifizierung: Angebote einholen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03920" y="2157984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4–14 Wochen</a:t>
            </a:r>
            <a:endParaRPr lang="en-US" sz="1450" dirty="0"/>
          </a:p>
        </p:txBody>
      </p:sp>
      <p:sp>
        <p:nvSpPr>
          <p:cNvPr id="16" name="Shape 13">
            <a:hlinkClick r:id="rId5" tooltip="Akademie-Plattform &amp; SchulungsApp konzipieren" action="ppaction://hlinksldjump"/>
          </p:cNvPr>
          <p:cNvSpPr/>
          <p:nvPr/>
        </p:nvSpPr>
        <p:spPr>
          <a:xfrm>
            <a:off x="548640" y="2843784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889504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288950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89888" y="2871216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Akademie-Plattform &amp; SchulungsApp konzipieren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503920" y="287121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folgt</a:t>
            </a:r>
            <a:endParaRPr lang="en-US" sz="1450" dirty="0"/>
          </a:p>
        </p:txBody>
      </p:sp>
      <p:sp>
        <p:nvSpPr>
          <p:cNvPr id="21" name="Shape 18">
            <a:hlinkClick r:id="rId6" tooltip="Handbücher (technisch &amp; Nutzer) erstellen" action="ppaction://hlinksldjump"/>
          </p:cNvPr>
          <p:cNvSpPr/>
          <p:nvPr/>
        </p:nvSpPr>
        <p:spPr>
          <a:xfrm>
            <a:off x="548640" y="3557016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85800" y="3602736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6027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389888" y="3584448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Handbücher (technisch &amp; Nutzer) erstellen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503920" y="3584448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begleitend</a:t>
            </a:r>
            <a:endParaRPr lang="en-US" sz="1450" dirty="0"/>
          </a:p>
        </p:txBody>
      </p:sp>
      <p:sp>
        <p:nvSpPr>
          <p:cNvPr id="26" name="Shape 23">
            <a:hlinkClick r:id="rId7" tooltip="Kundenanfragen für individuelle Projekte aufnehmen" action="ppaction://hlinksldjump"/>
          </p:cNvPr>
          <p:cNvSpPr/>
          <p:nvPr/>
        </p:nvSpPr>
        <p:spPr>
          <a:xfrm>
            <a:off x="548640" y="4270248"/>
            <a:ext cx="11064240" cy="7132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" y="4315968"/>
            <a:ext cx="475488" cy="4754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" y="43159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89888" y="4297680"/>
            <a:ext cx="6858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Kundenanfragen für individuelle Projekte aufnehmen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8503920" y="4297680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85800" y="5138928"/>
            <a:ext cx="10607040" cy="0"/>
          </a:xfrm>
          <a:prstGeom prst="line">
            <a:avLst/>
          </a:prstGeom>
          <a:noFill/>
          <a:ln w="12700">
            <a:solidFill>
              <a:srgbClr val="8A6A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32180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für Ihre Zeit.</a:t>
            </a:r>
            <a:endParaRPr lang="en-US" sz="2300" dirty="0"/>
          </a:p>
        </p:txBody>
      </p:sp>
      <p:sp>
        <p:nvSpPr>
          <p:cNvPr id="33" name="Text 30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ticket-world@gmx.net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2026-07-29T21:10:07Z</dcterms:created>
  <dcterms:modified xsi:type="dcterms:W3CDTF">2026-07-29T21:10:07Z</dcterms:modified>
</cp:coreProperties>
</file>