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20" Type="http://schemas.openxmlformats.org/officeDocument/2006/relationships/slide" Target="slide7.xml"/><Relationship Id="rId21" Type="http://schemas.openxmlformats.org/officeDocument/2006/relationships/slide" Target="slide7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7" Type="http://schemas.openxmlformats.org/officeDocument/2006/relationships/image" Target="../media/image-2-3.png"/><Relationship Id="rId11" Type="http://schemas.openxmlformats.org/officeDocument/2006/relationships/image" Target="../media/image-2-4.png"/><Relationship Id="rId15" Type="http://schemas.openxmlformats.org/officeDocument/2006/relationships/image" Target="../media/image-2-5.png"/><Relationship Id="rId19" Type="http://schemas.openxmlformats.org/officeDocument/2006/relationships/image" Target="../media/image-2-6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slide" Target="slide4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slide" Target="slide5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8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1" Type="http://schemas.openxmlformats.org/officeDocument/2006/relationships/image" Target="../media/image-8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17320"/>
            <a:ext cx="2468880" cy="2468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2148840"/>
            <a:ext cx="8869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Mehrwert für uns alle und unseren Kunden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822960" y="397764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 ·  A.V.A.Z.-Zertifizierung  ·  Akademie &amp; SchulungsApp  ·  Handbücher  ·  Individuelle Kundenprojekte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841248" y="48920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Vorgelegt zur Entscheidung  ·  29. Juli 2026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63093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Klicken Sie auf ein Thema, um direkt hineinzuspringen – jede Folie führt per Klick weiter.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strategische Themen</a:t>
            </a:r>
            <a:endParaRPr lang="en-US" sz="3200" dirty="0"/>
          </a:p>
        </p:txBody>
      </p:sp>
      <p:sp>
        <p:nvSpPr>
          <p:cNvPr id="5" name="Shape 2">
            <a:hlinkClick r:id="rId2" tooltip="Webseiten-Optimierung" action="ppaction://hlinksldjump"/>
          </p:cNvPr>
          <p:cNvSpPr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6" name="Image 1" descr="/tmp/claude-0/-home-user-Thanos/d6aab909-83aa-502f-a0f9-b5c4e880bb0a/scratchpad/praesentation/assets/circle-web.png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1056"/>
            <a:ext cx="621792" cy="621792"/>
          </a:xfrm>
          <a:prstGeom prst="rect">
            <a:avLst/>
          </a:prstGeom>
        </p:spPr>
      </p:pic>
      <p:sp>
        <p:nvSpPr>
          <p:cNvPr id="7" name="Text 3">
            <a:hlinkClick r:id="rId5" tooltip="" action="ppaction://hlinksldjump"/>
          </p:cNvPr>
          <p:cNvSpPr/>
          <p:nvPr/>
        </p:nvSpPr>
        <p:spPr>
          <a:xfrm>
            <a:off x="1572768" y="15270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 · Webseiten-Optimierung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1572768" y="187452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Überarbeitung von zwei bestehenden Webseiten – Umsetzung in 3 bis 6 Werktagen.</a:t>
            </a:r>
            <a:endParaRPr lang="en-US" sz="1250" dirty="0"/>
          </a:p>
        </p:txBody>
      </p:sp>
      <p:sp>
        <p:nvSpPr>
          <p:cNvPr id="9" name="Shape 5">
            <a:hlinkClick r:id="rId6" tooltip="A.V.A.Z.-Zertifizierung" action="ppaction://hlinksldjump"/>
          </p:cNvPr>
          <p:cNvSpPr/>
          <p:nvPr/>
        </p:nvSpPr>
        <p:spPr>
          <a:xfrm>
            <a:off x="548640" y="2496312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0" name="Image 2" descr="/tmp/claude-0/-home-user-Thanos/d6aab909-83aa-502f-a0f9-b5c4e880bb0a/scratchpad/praesentation/assets/circle-certificate.png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532888"/>
            <a:ext cx="621792" cy="621792"/>
          </a:xfrm>
          <a:prstGeom prst="rect">
            <a:avLst/>
          </a:prstGeom>
        </p:spPr>
      </p:pic>
      <p:sp>
        <p:nvSpPr>
          <p:cNvPr id="11" name="Text 6">
            <a:hlinkClick r:id="rId9" tooltip="" action="ppaction://hlinksldjump"/>
          </p:cNvPr>
          <p:cNvSpPr/>
          <p:nvPr/>
        </p:nvSpPr>
        <p:spPr>
          <a:xfrm>
            <a:off x="1572768" y="246888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 · A.V.A.Z.-Zertifizierung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1572768" y="28163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 und Zertifizierung abschließen – Dauer 4 bis 14 Wochen.</a:t>
            </a:r>
            <a:endParaRPr lang="en-US" sz="1250" dirty="0"/>
          </a:p>
        </p:txBody>
      </p:sp>
      <p:sp>
        <p:nvSpPr>
          <p:cNvPr id="13" name="Shape 8">
            <a:hlinkClick r:id="rId10" tooltip="Akademie &amp; SchulungsApp" action="ppaction://hlinksldjump"/>
          </p:cNvPr>
          <p:cNvSpPr/>
          <p:nvPr/>
        </p:nvSpPr>
        <p:spPr>
          <a:xfrm>
            <a:off x="548640" y="3438144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4" name="Image 3" descr="/tmp/claude-0/-home-user-Thanos/d6aab909-83aa-502f-a0f9-b5c4e880bb0a/scratchpad/praesentation/assets/circle-academy.png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474720"/>
            <a:ext cx="621792" cy="621792"/>
          </a:xfrm>
          <a:prstGeom prst="rect">
            <a:avLst/>
          </a:prstGeom>
        </p:spPr>
      </p:pic>
      <p:sp>
        <p:nvSpPr>
          <p:cNvPr id="15" name="Text 9">
            <a:hlinkClick r:id="rId13" tooltip="" action="ppaction://hlinksldjump"/>
          </p:cNvPr>
          <p:cNvSpPr/>
          <p:nvPr/>
        </p:nvSpPr>
        <p:spPr>
          <a:xfrm>
            <a:off x="1572768" y="341071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 · Akademie &amp; SchulungsApp</a:t>
            </a:r>
            <a:endParaRPr lang="en-US" sz="1700" dirty="0"/>
          </a:p>
        </p:txBody>
      </p:sp>
      <p:sp>
        <p:nvSpPr>
          <p:cNvPr id="16" name="Text 10"/>
          <p:cNvSpPr/>
          <p:nvPr/>
        </p:nvSpPr>
        <p:spPr>
          <a:xfrm>
            <a:off x="1572768" y="37581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IT-Weiterbildungsplattform mit SchulungsApp, E-Mail-Plattform und Dozenten-App.</a:t>
            </a:r>
            <a:endParaRPr lang="en-US" sz="1250" dirty="0"/>
          </a:p>
        </p:txBody>
      </p:sp>
      <p:sp>
        <p:nvSpPr>
          <p:cNvPr id="17" name="Shape 11">
            <a:hlinkClick r:id="rId14" tooltip="Handbücher" action="ppaction://hlinksldjump"/>
          </p:cNvPr>
          <p:cNvSpPr/>
          <p:nvPr/>
        </p:nvSpPr>
        <p:spPr>
          <a:xfrm>
            <a:off x="548640" y="4379976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8" name="Image 4" descr="/tmp/claude-0/-home-user-Thanos/d6aab909-83aa-502f-a0f9-b5c4e880bb0a/scratchpad/praesentation/assets/circle-handbook.png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4416552"/>
            <a:ext cx="621792" cy="621792"/>
          </a:xfrm>
          <a:prstGeom prst="rect">
            <a:avLst/>
          </a:prstGeom>
        </p:spPr>
      </p:pic>
      <p:sp>
        <p:nvSpPr>
          <p:cNvPr id="19" name="Text 12">
            <a:hlinkClick r:id="rId17" tooltip="" action="ppaction://hlinksldjump"/>
          </p:cNvPr>
          <p:cNvSpPr/>
          <p:nvPr/>
        </p:nvSpPr>
        <p:spPr>
          <a:xfrm>
            <a:off x="1572768" y="435254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 · Handbücher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1572768" y="47000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Technisches Handbuch (PowerShell) und Nutzerhandbuch zu jedem Angebot.</a:t>
            </a:r>
            <a:endParaRPr lang="en-US" sz="1250" dirty="0"/>
          </a:p>
        </p:txBody>
      </p:sp>
      <p:sp>
        <p:nvSpPr>
          <p:cNvPr id="21" name="Shape 14">
            <a:hlinkClick r:id="rId18" tooltip="Individuelle Kundenprojekte" action="ppaction://hlinksldjump"/>
          </p:cNvPr>
          <p:cNvSpPr/>
          <p:nvPr/>
        </p:nvSpPr>
        <p:spPr>
          <a:xfrm>
            <a:off x="548640" y="5321808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22" name="Image 5" descr="/tmp/claude-0/-home-user-Thanos/d6aab909-83aa-502f-a0f9-b5c4e880bb0a/scratchpad/praesentation/assets/circle-global.png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5800" y="5358384"/>
            <a:ext cx="621792" cy="621792"/>
          </a:xfrm>
          <a:prstGeom prst="rect">
            <a:avLst/>
          </a:prstGeom>
        </p:spPr>
      </p:pic>
      <p:sp>
        <p:nvSpPr>
          <p:cNvPr id="23" name="Text 15">
            <a:hlinkClick r:id="rId21" tooltip="" action="ppaction://hlinksldjump"/>
          </p:cNvPr>
          <p:cNvSpPr/>
          <p:nvPr/>
        </p:nvSpPr>
        <p:spPr>
          <a:xfrm>
            <a:off x="1572768" y="529437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 · Individuelle Kundenprojekte</a:t>
            </a:r>
            <a:endParaRPr lang="en-US" sz="1700" dirty="0"/>
          </a:p>
        </p:txBody>
      </p:sp>
      <p:sp>
        <p:nvSpPr>
          <p:cNvPr id="24" name="Text 16"/>
          <p:cNvSpPr/>
          <p:nvPr/>
        </p:nvSpPr>
        <p:spPr>
          <a:xfrm>
            <a:off x="1572768" y="5641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Maßgeschneiderte Softwarelösungen für Kunden jeder Branche, weltweit.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Webseiten bearbeiten &amp; verbessern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bestehende Webseiten werden im vereinbarten Umfang überarbeitet und spürbar verbessert – schnell, effizient und ohne lange Ausfallzeiten.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7706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3–6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400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WERKTAGE UMSETZUNG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0" y="269748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Nutzerführung modernisieren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Ladezeiten &amp; technische Performance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prüfen, aktualisieren, ergänzen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Darstellung &amp; Responsivität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Grundlegende SEO-Optimierung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20700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2004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2004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1–2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88620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45312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56616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56616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3–4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13232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1228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Go-Live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81228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5–6</a:t>
            </a:r>
            <a:endParaRPr lang="en-US" sz="1100" dirty="0"/>
          </a:p>
        </p:txBody>
      </p:sp>
      <p:sp>
        <p:nvSpPr>
          <p:cNvPr id="26" name="Shape 22">
            <a:hlinkClick r:id="rId4" tooltip="Th. 2 – A.V.A.Z.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2 – A.V.A.Z.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2 – A.V.A.Z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2 – A.V.A.Z.  →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A.V.A.Z.-Zertifizierung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zur A.V.A.Z.-Zertifizierung werden eingeholt und der gesamte Zertifizierungsprozess begleitet – einheitlich bis zum Abschluss.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7706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4–14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400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 ZERTIFIZIERUNG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0" y="269748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von Zertifizierungsstellen einholen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Umfang und Termine vergleichen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stellen &amp; Unterlagen vorbereiten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 &amp; Zertifizierung begleiten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&amp; Ausstellung des Zertifikats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20700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2004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2004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1–3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88620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45312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56616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Vorbereitung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56616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4–10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13232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1228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 &amp; Abschluss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1228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11–14</a:t>
            </a:r>
            <a:endParaRPr lang="en-US" sz="1100" dirty="0"/>
          </a:p>
        </p:txBody>
      </p:sp>
      <p:sp>
        <p:nvSpPr>
          <p:cNvPr id="26" name="Shape 22">
            <a:hlinkClick r:id="rId4" tooltip="Th. 3 – Akademi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3 – Akademi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3 – Akademi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3 – Akademie  →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Akademie – IT-Weiterbildung mit eigener SchulungsApp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eigene digitale Lernplattform für Teilnehmer und Dozenten – von der Schulung bis zur Wissenskontrolle.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8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2651760"/>
            <a:ext cx="822960" cy="8229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4672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SchulungsApp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41248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Inklusive Sniping-Funktion und direkter Google-Drive-Anbindung.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410712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2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265176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75304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E-Mail-Plattform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611880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&amp; Ausgang inkl. Word &amp; PowerPoint, z. B. automatischer Folienerstellung.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81344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6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651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45936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Zwischentests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382512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Wissenskontrolle zur gezielten Verbesserung der Teilnehmer.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8951976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20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265176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116568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Dozenten-App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9153144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App für alle teilnehmenden Dozenten der Akademie.</a:t>
            </a:r>
            <a:endParaRPr lang="en-US" sz="1250" dirty="0"/>
          </a:p>
        </p:txBody>
      </p:sp>
      <p:sp>
        <p:nvSpPr>
          <p:cNvPr id="23" name="Shape 16">
            <a:hlinkClick r:id="rId7" tooltip="Th. 4 – Handbücher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4" name="Text 17">
            <a:hlinkClick r:id="rId8" tooltip="Th. 4 – Handbücher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Th. 4 – Handbüch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4 – Handbücher  →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Handbücher zu jedem Angebot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hand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allen Angeboten gehört grundsätzlich ein passendes Handbuch – jeweils zugeschnitten auf die Zielgruppe.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6012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Technisches Handbuch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6012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Programmieren (PowerShell)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6012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Skript- &amp; Automatisierungslogik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Aufbau, Konventionen, Fehlerbehandlung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Schritt-für-Schritt-Referenz für Entwickler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17220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9224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Nutzerhandbuch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9224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Teilnehmer &amp; Anwender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9224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Verständliche Bedienungsanleitung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aus dem Arbeitsalltag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Schulung &amp; Support</a:t>
            </a:r>
            <a:endParaRPr lang="en-US" sz="1350" dirty="0"/>
          </a:p>
        </p:txBody>
      </p:sp>
      <p:sp>
        <p:nvSpPr>
          <p:cNvPr id="16" name="Shape 12">
            <a:hlinkClick r:id="rId4" tooltip="Th. 5 – Kundenprojekt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3">
            <a:hlinkClick r:id="rId5" tooltip="Th. 5 – Kundenprojekt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5 – Kundenprojek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5 – Kundenprojekte  →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5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Individuelle Programmierung für Kunden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Nahezu jede Idee lässt sich als Softwarelösung umsetzen – unabhängig von Kunde oder Fachbereich.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961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6"/>
          <p:cNvSpPr/>
          <p:nvPr/>
        </p:nvSpPr>
        <p:spPr>
          <a:xfrm>
            <a:off x="8961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961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Ärzte weltweit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961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Lösungen für medizinische Praxen und Kliniken.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2976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537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1"/>
          <p:cNvSpPr/>
          <p:nvPr/>
        </p:nvSpPr>
        <p:spPr>
          <a:xfrm>
            <a:off x="45537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5537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Bauingenieure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537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Fachspezifische Software für Planung und Projektabwicklung.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79552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113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6"/>
          <p:cNvSpPr/>
          <p:nvPr/>
        </p:nvSpPr>
        <p:spPr>
          <a:xfrm>
            <a:off x="82113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2113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Weitere Branchen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2113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Programme für nahezu jedes Themengebiet.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60120" y="4892040"/>
            <a:ext cx="10241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„Fast immer möglich": maßgeschneiderte Programmierung – flexibel, fachübergreifend, weltweit einsetzbar.</a:t>
            </a:r>
            <a:endParaRPr lang="en-US" sz="1700" dirty="0"/>
          </a:p>
        </p:txBody>
      </p:sp>
      <p:sp>
        <p:nvSpPr>
          <p:cNvPr id="25" name="Shape 21">
            <a:hlinkClick r:id="rId4" tooltip="Zusammenfassung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2">
            <a:hlinkClick r:id="rId5" tooltip="Zusammenfassung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Zusammenfassu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Zusammenfassung  →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6" name="Shape 3">
            <a:hlinkClick r:id="rId3" tooltip="Webseiten-Relaunch starten" action="ppaction://hlinksldjump"/>
          </p:cNvPr>
          <p:cNvSpPr/>
          <p:nvPr/>
        </p:nvSpPr>
        <p:spPr>
          <a:xfrm>
            <a:off x="548640" y="158191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62763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6276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53312" y="160934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starten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160934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Werktage</a:t>
            </a:r>
            <a:endParaRPr lang="en-US" sz="1250" dirty="0"/>
          </a:p>
        </p:txBody>
      </p:sp>
      <p:sp>
        <p:nvSpPr>
          <p:cNvPr id="11" name="Shape 8">
            <a:hlinkClick r:id="rId4" tooltip="A.V.A.Z.-Zertifizierung: Angebote einholen" action="ppaction://hlinksldjump"/>
          </p:cNvPr>
          <p:cNvSpPr/>
          <p:nvPr/>
        </p:nvSpPr>
        <p:spPr>
          <a:xfrm>
            <a:off x="548640" y="222199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" y="226771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2677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53312" y="224942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A.V.A.Z.-Zertifizierung: Angebote einholen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503920" y="224942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4–14 Wochen</a:t>
            </a:r>
            <a:endParaRPr lang="en-US" sz="1250" dirty="0"/>
          </a:p>
        </p:txBody>
      </p:sp>
      <p:sp>
        <p:nvSpPr>
          <p:cNvPr id="16" name="Shape 13">
            <a:hlinkClick r:id="rId5" tooltip="Akademie-Plattform &amp; SchulungsApp konzipieren" action="ppaction://hlinksldjump"/>
          </p:cNvPr>
          <p:cNvSpPr/>
          <p:nvPr/>
        </p:nvSpPr>
        <p:spPr>
          <a:xfrm>
            <a:off x="548640" y="286207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90779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290779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53312" y="288950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Akademie-Plattform &amp; SchulungsApp konzipieren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503920" y="288950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folgt</a:t>
            </a:r>
            <a:endParaRPr lang="en-US" sz="1250" dirty="0"/>
          </a:p>
        </p:txBody>
      </p:sp>
      <p:sp>
        <p:nvSpPr>
          <p:cNvPr id="21" name="Shape 18">
            <a:hlinkClick r:id="rId6" tooltip="Handbücher (technisch &amp; Nutzer) erstellen" action="ppaction://hlinksldjump"/>
          </p:cNvPr>
          <p:cNvSpPr/>
          <p:nvPr/>
        </p:nvSpPr>
        <p:spPr>
          <a:xfrm>
            <a:off x="548640" y="350215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85800" y="354787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478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353312" y="352958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Handbücher (technisch &amp; Nutzer) erstellen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503920" y="352958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begleitend</a:t>
            </a:r>
            <a:endParaRPr lang="en-US" sz="1250" dirty="0"/>
          </a:p>
        </p:txBody>
      </p:sp>
      <p:sp>
        <p:nvSpPr>
          <p:cNvPr id="26" name="Shape 23">
            <a:hlinkClick r:id="rId7" tooltip="Kundenanfragen für individuelle Projekte aufnehmen" action="ppaction://hlinksldjump"/>
          </p:cNvPr>
          <p:cNvSpPr/>
          <p:nvPr/>
        </p:nvSpPr>
        <p:spPr>
          <a:xfrm>
            <a:off x="548640" y="414223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" y="418795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4187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353312" y="416966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Kundenanfragen für individuelle Projekte aufnehmen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503920" y="416966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85800" y="4992624"/>
            <a:ext cx="10607040" cy="0"/>
          </a:xfrm>
          <a:prstGeom prst="line">
            <a:avLst/>
          </a:prstGeom>
          <a:noFill/>
          <a:ln w="12700">
            <a:solidFill>
              <a:srgbClr val="8A6A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193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Ihre Zeit.</a:t>
            </a:r>
            <a:endParaRPr lang="en-US" sz="2100" dirty="0"/>
          </a:p>
        </p:txBody>
      </p:sp>
      <p:sp>
        <p:nvSpPr>
          <p:cNvPr id="33" name="Text 30"/>
          <p:cNvSpPr/>
          <p:nvPr/>
        </p:nvSpPr>
        <p:spPr>
          <a:xfrm>
            <a:off x="640080" y="572414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ticket-world@gmx.net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2026-07-29T20:39:26Z</dcterms:created>
  <dcterms:modified xsi:type="dcterms:W3CDTF">2026-07-29T20:39:26Z</dcterms:modified>
</cp:coreProperties>
</file>